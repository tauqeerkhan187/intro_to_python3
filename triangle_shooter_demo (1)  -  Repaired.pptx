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68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uqeer Khan" userId="e69bc85b4e0048c3" providerId="LiveId" clId="{0B414D8C-DFE7-4C4D-8D84-022887112663}"/>
    <pc:docChg chg="modSld">
      <pc:chgData name="Tauqeer Khan" userId="e69bc85b4e0048c3" providerId="LiveId" clId="{0B414D8C-DFE7-4C4D-8D84-022887112663}" dt="2026-01-26T02:16:59.705" v="2" actId="1076"/>
      <pc:docMkLst>
        <pc:docMk/>
      </pc:docMkLst>
      <pc:sldChg chg="modSp mod">
        <pc:chgData name="Tauqeer Khan" userId="e69bc85b4e0048c3" providerId="LiveId" clId="{0B414D8C-DFE7-4C4D-8D84-022887112663}" dt="2026-01-26T02:16:59.705" v="2" actId="1076"/>
        <pc:sldMkLst>
          <pc:docMk/>
          <pc:sldMk cId="0" sldId="258"/>
        </pc:sldMkLst>
        <pc:spChg chg="mod">
          <ac:chgData name="Tauqeer Khan" userId="e69bc85b4e0048c3" providerId="LiveId" clId="{0B414D8C-DFE7-4C4D-8D84-022887112663}" dt="2026-01-26T02:16:59.705" v="2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Tauqeer Khan" userId="e69bc85b4e0048c3" providerId="LiveId" clId="{0B414D8C-DFE7-4C4D-8D84-022887112663}" dt="2026-01-26T02:16:53.874" v="1" actId="1076"/>
          <ac:spMkLst>
            <pc:docMk/>
            <pc:sldMk cId="0" sldId="258"/>
            <ac:spMk id="19" creationId="{00000000-0000-0000-0000-000000000000}"/>
          </ac:spMkLst>
        </pc:spChg>
      </pc:sldChg>
      <pc:sldChg chg="modSp mod">
        <pc:chgData name="Tauqeer Khan" userId="e69bc85b4e0048c3" providerId="LiveId" clId="{0B414D8C-DFE7-4C4D-8D84-022887112663}" dt="2026-01-25T23:54:45.870" v="0" actId="1076"/>
        <pc:sldMkLst>
          <pc:docMk/>
          <pc:sldMk cId="0" sldId="260"/>
        </pc:sldMkLst>
        <pc:spChg chg="mod">
          <ac:chgData name="Tauqeer Khan" userId="e69bc85b4e0048c3" providerId="LiveId" clId="{0B414D8C-DFE7-4C4D-8D84-022887112663}" dt="2026-01-25T23:54:45.870" v="0" actId="1076"/>
          <ac:spMkLst>
            <pc:docMk/>
            <pc:sldMk cId="0" sldId="260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489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Provided project code (TK)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Provided project code (TK): main.py, client.py, server.py, GraphicsEngine.draw_hud()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Provided project code (TK): client.py (welcome + snapshots), server.py (tick + broadcast), constants.py (TICK_HZ/SNAPSHOT_HZ/PROTOCOL_VERSION)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Provided project code (TK): player.py, bullets.py, npc.py, game_engine.py, graphics_engine.py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Provided project code (TK): client.py (NetworkClient, reader thread, input send, snapshot apply)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Provided project code (TK): server.py (MultiplayerServer), server_world.py (World.step, snapshot)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Provided project code (TK): graphics_engine.py, particles.py, score_system.py, game_engine.py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Provided project code (TK): RemotePlayer.apply_state(), constants.py vs settings.py, snapshot field names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 w="12700">
            <a:solidFill>
              <a:srgbClr val="0A0A0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728655" cy="4480560"/>
          </a:xfrm>
          <a:prstGeom prst="roundRect">
            <a:avLst/>
          </a:prstGeom>
          <a:solidFill>
            <a:srgbClr val="14141B"/>
          </a:solidFill>
          <a:ln w="12700">
            <a:solidFill>
              <a:srgbClr val="242430"/>
            </a:solidFill>
            <a:prstDash val="solid"/>
          </a:ln>
          <a:effectLst>
            <a:outerShdw blurRad="508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Multiplayer Triangle Shooter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60604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• pygame • TCP sockets • server snapshots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3200400"/>
            <a:ext cx="1645920" cy="347472"/>
          </a:xfrm>
          <a:prstGeom prst="roundRect">
            <a:avLst/>
          </a:prstGeom>
          <a:solidFill>
            <a:srgbClr val="50A0FF"/>
          </a:solidFill>
          <a:ln w="12700">
            <a:solidFill>
              <a:srgbClr val="50A0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1097280" y="3246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3200400"/>
            <a:ext cx="1645920" cy="347472"/>
          </a:xfrm>
          <a:prstGeom prst="roundRect">
            <a:avLst/>
          </a:prstGeom>
          <a:solidFill>
            <a:srgbClr val="3CDA5A"/>
          </a:solidFill>
          <a:ln w="12700">
            <a:solidFill>
              <a:srgbClr val="3CDA5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2926080" y="3246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3200400"/>
            <a:ext cx="1645920" cy="347472"/>
          </a:xfrm>
          <a:prstGeom prst="roundRect">
            <a:avLst/>
          </a:prstGeom>
          <a:solidFill>
            <a:srgbClr val="DCDC50"/>
          </a:solidFill>
          <a:ln w="12700">
            <a:solidFill>
              <a:srgbClr val="DCDC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3200400"/>
            <a:ext cx="1645920" cy="347472"/>
          </a:xfrm>
          <a:prstGeom prst="roundRect">
            <a:avLst/>
          </a:prstGeom>
          <a:solidFill>
            <a:srgbClr val="FF9A28"/>
          </a:solidFill>
          <a:ln w="12700">
            <a:solidFill>
              <a:srgbClr val="FF9A2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6583680" y="3246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5166360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by: TK  •  Jan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 w="12700">
            <a:solidFill>
              <a:srgbClr val="0A0A0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plan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I’ll show in ~2 minutes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207008"/>
            <a:ext cx="10911535" cy="0"/>
          </a:xfrm>
          <a:prstGeom prst="line">
            <a:avLst/>
          </a:prstGeom>
          <a:noFill/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760720" cy="4937760"/>
          </a:xfrm>
          <a:prstGeom prst="roundRect">
            <a:avLst/>
          </a:prstGeom>
          <a:solidFill>
            <a:srgbClr val="14141B"/>
          </a:solidFill>
          <a:ln w="12700">
            <a:solidFill>
              <a:srgbClr val="242430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1051560" y="166420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057400"/>
            <a:ext cx="5303520" cy="18845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the server: python server.py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2 clients: python client.py (twice)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+ rotate + shoot (watch both screens)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out synced bullets + NPCs + score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pause toggle (P) and exit (ESC)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20840" y="1463040"/>
            <a:ext cx="4736592" cy="4937760"/>
          </a:xfrm>
          <a:prstGeom prst="roundRect">
            <a:avLst/>
          </a:prstGeom>
          <a:solidFill>
            <a:srgbClr val="14141B"/>
          </a:solidFill>
          <a:ln w="12700">
            <a:solidFill>
              <a:srgbClr val="242430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7040880" y="1664208"/>
            <a:ext cx="4096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20574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WASD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372600" y="20848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6974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← / 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372600" y="27249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3337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SPACE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72600" y="33649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86600" y="39776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372600" y="40050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46177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372600" y="46451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 w="12700">
            <a:solidFill>
              <a:srgbClr val="0A0A0E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of Triangle shooter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Server-based multiplayer + offline mode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207008"/>
            <a:ext cx="10911535" cy="0"/>
          </a:xfrm>
          <a:prstGeom prst="line">
            <a:avLst/>
          </a:prstGeom>
          <a:noFill/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3474720" cy="4754880"/>
          </a:xfrm>
          <a:prstGeom prst="roundRect">
            <a:avLst/>
          </a:prstGeom>
          <a:solidFill>
            <a:srgbClr val="14141B"/>
          </a:solidFill>
          <a:ln w="12700">
            <a:solidFill>
              <a:srgbClr val="242430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1051560" y="170992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474720" cy="4754880"/>
          </a:xfrm>
          <a:prstGeom prst="roundRect">
            <a:avLst/>
          </a:prstGeom>
          <a:solidFill>
            <a:srgbClr val="14141B"/>
          </a:solidFill>
          <a:ln w="12700">
            <a:solidFill>
              <a:srgbClr val="242430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4663440" y="170992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B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5280" y="1508760"/>
            <a:ext cx="3502152" cy="4754880"/>
          </a:xfrm>
          <a:prstGeom prst="roundRect">
            <a:avLst/>
          </a:prstGeom>
          <a:solidFill>
            <a:srgbClr val="1B1B25"/>
          </a:solidFill>
          <a:ln w="12700">
            <a:solidFill>
              <a:srgbClr val="242430"/>
            </a:solidFill>
            <a:prstDash val="solid"/>
          </a:ln>
          <a:effectLst>
            <a:outerShdw blurRad="38100" dist="1905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8275320" y="1737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input intent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{WASD, shoot, angle, seq}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555507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input intent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{WASD, shoot, angle, seq}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0233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snapshot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(players, bullets, NPCs)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40233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snapshot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(players, bullets, NPCs)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233172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World.step(dt, inputs)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move players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spawn bullets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spawn/move NPCs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collisions + score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75320" y="42976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Broadcast snapshots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Hz (SNAPSHOT_HZ)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 loop 60 Hz (TICK_HZ)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206240" y="2788920"/>
            <a:ext cx="3703320" cy="0"/>
          </a:xfrm>
          <a:prstGeom prst="line">
            <a:avLst/>
          </a:prstGeom>
          <a:noFill/>
          <a:ln w="38100">
            <a:solidFill>
              <a:srgbClr val="3CDA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AE" dirty="0"/>
          </a:p>
        </p:txBody>
      </p:sp>
      <p:sp>
        <p:nvSpPr>
          <p:cNvPr id="19" name="Shape 17"/>
          <p:cNvSpPr/>
          <p:nvPr/>
        </p:nvSpPr>
        <p:spPr>
          <a:xfrm>
            <a:off x="4206240" y="3291840"/>
            <a:ext cx="3703320" cy="0"/>
          </a:xfrm>
          <a:prstGeom prst="line">
            <a:avLst/>
          </a:prstGeom>
          <a:noFill/>
          <a:ln w="38100">
            <a:solidFill>
              <a:srgbClr val="3CDA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7909560" y="4800600"/>
            <a:ext cx="0" cy="0"/>
          </a:xfrm>
          <a:prstGeom prst="line">
            <a:avLst/>
          </a:prstGeom>
          <a:noFill/>
          <a:ln w="38100">
            <a:solidFill>
              <a:srgbClr val="50A0FF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7909560" y="5074920"/>
            <a:ext cx="0" cy="0"/>
          </a:xfrm>
          <a:prstGeom prst="line">
            <a:avLst/>
          </a:prstGeom>
          <a:noFill/>
          <a:ln w="38100">
            <a:solidFill>
              <a:srgbClr val="50A0FF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 check on connect: EXPECTED_PROTOCOL_VERSION == PROTOCOL_VERSION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 w="12700">
            <a:solidFill>
              <a:srgbClr val="0A0A0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gameplay objects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Small, focused classes → easier networking &amp; debugging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207008"/>
            <a:ext cx="10911535" cy="0"/>
          </a:xfrm>
          <a:prstGeom prst="line">
            <a:avLst/>
          </a:prstGeom>
          <a:noFill/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703320" cy="2057400"/>
          </a:xfrm>
          <a:prstGeom prst="roundRect">
            <a:avLst/>
          </a:prstGeom>
          <a:solidFill>
            <a:srgbClr val="14141B"/>
          </a:solidFill>
          <a:ln w="12700">
            <a:solidFill>
              <a:srgbClr val="242430"/>
            </a:solidFill>
            <a:prstDash val="solid"/>
          </a:ln>
          <a:effectLst>
            <a:outerShdw blurRad="38100" dist="1524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960120" y="1783080"/>
            <a:ext cx="164592" cy="1600200"/>
          </a:xfrm>
          <a:prstGeom prst="roundRect">
            <a:avLst/>
          </a:prstGeom>
          <a:solidFill>
            <a:srgbClr val="3CDA5A"/>
          </a:solidFill>
          <a:ln w="12700">
            <a:solidFill>
              <a:srgbClr val="3CDA5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1234440" y="17556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176272"/>
            <a:ext cx="2971800" cy="1015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x, y, angle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rotate() + move()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forward_vector()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1554480"/>
            <a:ext cx="3703320" cy="2057400"/>
          </a:xfrm>
          <a:prstGeom prst="roundRect">
            <a:avLst/>
          </a:prstGeom>
          <a:solidFill>
            <a:srgbClr val="14141B"/>
          </a:solidFill>
          <a:ln w="12700">
            <a:solidFill>
              <a:srgbClr val="242430"/>
            </a:solidFill>
            <a:prstDash val="solid"/>
          </a:ln>
          <a:effectLst>
            <a:outerShdw blurRad="38100" dist="1524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4754880" y="1783080"/>
            <a:ext cx="164592" cy="1600200"/>
          </a:xfrm>
          <a:prstGeom prst="roundRect">
            <a:avLst/>
          </a:prstGeom>
          <a:solidFill>
            <a:srgbClr val="DCDC50"/>
          </a:solidFill>
          <a:ln w="12700">
            <a:solidFill>
              <a:srgbClr val="DCDC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5029200" y="17556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Bullet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2176272"/>
            <a:ext cx="2971800" cy="1015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from_player()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update(dt)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is_dead(bounds)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21040" y="1554480"/>
            <a:ext cx="3136392" cy="2057400"/>
          </a:xfrm>
          <a:prstGeom prst="roundRect">
            <a:avLst/>
          </a:prstGeom>
          <a:solidFill>
            <a:srgbClr val="14141B"/>
          </a:solidFill>
          <a:ln w="12700">
            <a:solidFill>
              <a:srgbClr val="242430"/>
            </a:solidFill>
            <a:prstDash val="solid"/>
          </a:ln>
          <a:effectLst>
            <a:outerShdw blurRad="38100" dist="1524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8549640" y="1783080"/>
            <a:ext cx="164592" cy="1600200"/>
          </a:xfrm>
          <a:prstGeom prst="roundRect">
            <a:avLst/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8823960" y="1755648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NPC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23960" y="2176272"/>
            <a:ext cx="2404872" cy="1015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spawn()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update(dt) bounce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take_hits()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794760"/>
            <a:ext cx="5623560" cy="2468880"/>
          </a:xfrm>
          <a:prstGeom prst="roundRect">
            <a:avLst/>
          </a:prstGeom>
          <a:solidFill>
            <a:srgbClr val="14141B"/>
          </a:solidFill>
          <a:ln w="12700">
            <a:solidFill>
              <a:srgbClr val="242430"/>
            </a:solidFill>
            <a:prstDash val="solid"/>
          </a:ln>
          <a:effectLst>
            <a:outerShdw blurRad="38100" dist="1524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960120" y="4023360"/>
            <a:ext cx="164592" cy="2011680"/>
          </a:xfrm>
          <a:prstGeom prst="roundRect">
            <a:avLst/>
          </a:prstGeom>
          <a:solidFill>
            <a:srgbClr val="50A0FF"/>
          </a:solidFill>
          <a:ln w="12700">
            <a:solidFill>
              <a:srgbClr val="50A0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1234440" y="3995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GameEngine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4416552"/>
            <a:ext cx="4892040" cy="1015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Offline: simulate locally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Online: send input + apply snapshot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Collisions + score + effects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37960" y="3794760"/>
            <a:ext cx="4919472" cy="2468880"/>
          </a:xfrm>
          <a:prstGeom prst="roundRect">
            <a:avLst/>
          </a:prstGeom>
          <a:solidFill>
            <a:srgbClr val="14141B"/>
          </a:solidFill>
          <a:ln w="12700">
            <a:solidFill>
              <a:srgbClr val="242430"/>
            </a:solidFill>
            <a:prstDash val="solid"/>
          </a:ln>
          <a:effectLst>
            <a:outerShdw blurRad="38100" dist="15240" dir="2700000" algn="bl" rotWithShape="0">
              <a:srgbClr val="000000">
                <a:alpha val="24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6766560" y="4023360"/>
            <a:ext cx="164592" cy="2011680"/>
          </a:xfrm>
          <a:prstGeom prst="roundRect">
            <a:avLst/>
          </a:prstGeom>
          <a:solidFill>
            <a:srgbClr val="A05ADC"/>
          </a:solidFill>
          <a:ln w="12700">
            <a:solidFill>
              <a:srgbClr val="A05AD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7040880" y="3995928"/>
            <a:ext cx="4279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GraphicsEngine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40880" y="4416552"/>
            <a:ext cx="4187952" cy="1015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 particles → bullets → NPCs → players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HUD: score/streak/mult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overlay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 w="12700">
            <a:solidFill>
              <a:srgbClr val="0A0A0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(client.py)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threads: render loop + background socket reader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207008"/>
            <a:ext cx="10911535" cy="0"/>
          </a:xfrm>
          <a:prstGeom prst="line">
            <a:avLst/>
          </a:prstGeom>
          <a:noFill/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5440680" cy="4754880"/>
          </a:xfrm>
          <a:prstGeom prst="roundRect">
            <a:avLst/>
          </a:prstGeom>
          <a:solidFill>
            <a:srgbClr val="14141B"/>
          </a:solidFill>
          <a:ln w="12700">
            <a:solidFill>
              <a:srgbClr val="242430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1051560" y="1709928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NetworkClient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339035"/>
            <a:ext cx="4892040" cy="1693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connect() sets TCP_NODELAY + starts reader thread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Reader parses newline-delimited JSON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welcome: checks protocol, receives player_id + world size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snapshot: appended into deque(maxlen=30)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send_input(): seq + WASD + shoot + angle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508760"/>
            <a:ext cx="5056632" cy="4754880"/>
          </a:xfrm>
          <a:prstGeom prst="roundRect">
            <a:avLst/>
          </a:prstGeom>
          <a:solidFill>
            <a:srgbClr val="14141B"/>
          </a:solidFill>
          <a:ln w="12700">
            <a:solidFill>
              <a:srgbClr val="242430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6720840" y="1709928"/>
            <a:ext cx="4416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loop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2057400"/>
            <a:ext cx="4526280" cy="1971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rotate for responsiveness (LEFT/RIGHT)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input every frame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 latest snapshot (thread-safe)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self player + RemotePlayerView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Rebuild bullets/NPC views from snapshot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everything with GraphicsEngine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6400800"/>
            <a:ext cx="10728655" cy="384048"/>
          </a:xfrm>
          <a:prstGeom prst="roundRect">
            <a:avLst/>
          </a:prstGeom>
          <a:solidFill>
            <a:srgbClr val="101017"/>
          </a:solidFill>
          <a:ln w="12700">
            <a:solidFill>
              <a:srgbClr val="24243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960120" y="6455664"/>
            <a:ext cx="10271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client sends intent, server sends truth (snapshots).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 w="12700">
            <a:solidFill>
              <a:srgbClr val="0A0A0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(server.py) + World (server_world.py)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Authoritative simulation at 60 Hz; snapshots at 15 Hz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207008"/>
            <a:ext cx="10911535" cy="0"/>
          </a:xfrm>
          <a:prstGeom prst="line">
            <a:avLst/>
          </a:prstGeom>
          <a:noFill/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5806440" cy="4754880"/>
          </a:xfrm>
          <a:prstGeom prst="roundRect">
            <a:avLst/>
          </a:prstGeom>
          <a:solidFill>
            <a:srgbClr val="14141B"/>
          </a:solidFill>
          <a:ln w="12700">
            <a:solidFill>
              <a:srgbClr val="242430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1051560" y="170992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responsibilities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339035"/>
            <a:ext cx="5257800" cy="1693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 clients + assign pid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welcome (protocol, tick_hz, snapshot_hz, world size)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Per-client reader: update latest InputState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 loop: World.step(dt, inputs_copy)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Broadcast snapshot to all clients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20840" y="1508760"/>
            <a:ext cx="4736592" cy="4754880"/>
          </a:xfrm>
          <a:prstGeom prst="roundRect">
            <a:avLst/>
          </a:prstGeom>
          <a:solidFill>
            <a:srgbClr val="14141B"/>
          </a:solidFill>
          <a:ln w="12700">
            <a:solidFill>
              <a:srgbClr val="242430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7040880" y="1709928"/>
            <a:ext cx="4096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World.step() (server simulation)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2241821"/>
            <a:ext cx="4160520" cy="2119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NPCs (bounce)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players (normalize diagonal)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Clamp to world bounds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Fire-rate cooldown (FIRE_RATE)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Spawn bullets from angle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+ prune bullets (life + bounds)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Bullet–NPC collisions → score owner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 w="12700">
            <a:solidFill>
              <a:srgbClr val="0A0A0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Rendering + feedback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GraphicsEngine draws; GameEngine handles juice (shake + particles)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207008"/>
            <a:ext cx="10911535" cy="0"/>
          </a:xfrm>
          <a:prstGeom prst="line">
            <a:avLst/>
          </a:prstGeom>
          <a:noFill/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5806440" cy="4754880"/>
          </a:xfrm>
          <a:prstGeom prst="roundRect">
            <a:avLst/>
          </a:prstGeom>
          <a:solidFill>
            <a:srgbClr val="14141B"/>
          </a:solidFill>
          <a:ln w="12700">
            <a:solidFill>
              <a:srgbClr val="242430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1051560" y="170992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GraphicsEngine (graphics_engine.py)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9024" y="2174441"/>
            <a:ext cx="5257800" cy="1693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tick(): fixed FPS clock (dt in seconds)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draw_player(): triangle from angle (nose + base points)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draw_npc()/draw_bullet()/draw_particle()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render(): particles → bullets → NPCs → players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HUD: score/streak/mult, combo bar, pause overlay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20840" y="1508760"/>
            <a:ext cx="4736592" cy="4754880"/>
          </a:xfrm>
          <a:prstGeom prst="roundRect">
            <a:avLst/>
          </a:prstGeom>
          <a:solidFill>
            <a:srgbClr val="14141B"/>
          </a:solidFill>
          <a:ln w="12700">
            <a:solidFill>
              <a:srgbClr val="242430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7040880" y="1709928"/>
            <a:ext cx="4096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Feedback effects (offline mode)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2291485"/>
            <a:ext cx="4160520" cy="1459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Particles: spawn_hit_particles() on NPC kill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shake: start_shake() + random offsets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ScoreSystem: streak + multiplier (combo window)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 w="12700">
            <a:solidFill>
              <a:srgbClr val="0A0A0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Lessons, gotchas, next steps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went well + what I’d polish next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207008"/>
            <a:ext cx="10911535" cy="0"/>
          </a:xfrm>
          <a:prstGeom prst="line">
            <a:avLst/>
          </a:prstGeom>
          <a:noFill/>
          <a:ln w="1270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5806440" cy="4754880"/>
          </a:xfrm>
          <a:prstGeom prst="roundRect">
            <a:avLst/>
          </a:prstGeom>
          <a:solidFill>
            <a:srgbClr val="14141B"/>
          </a:solidFill>
          <a:ln w="12700">
            <a:solidFill>
              <a:srgbClr val="242430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1051560" y="170992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project demonstrates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057400"/>
            <a:ext cx="5257800" cy="1415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Server-authoritative real-time gameplay (inputs → simulation → snapshots)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separation: simulation vs rendering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Thread-safe snapshot buffering on the client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Simple, explainable protocol (newline-delimited JSON)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20840" y="1508760"/>
            <a:ext cx="4736592" cy="4754880"/>
          </a:xfrm>
          <a:prstGeom prst="roundRect">
            <a:avLst/>
          </a:prstGeom>
          <a:solidFill>
            <a:srgbClr val="14141B"/>
          </a:solidFill>
          <a:ln w="12700">
            <a:solidFill>
              <a:srgbClr val="242430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7040880" y="1709928"/>
            <a:ext cx="4096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6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fixes + upgrades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3267986"/>
            <a:ext cx="4160520" cy="387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minor key mismatches: players/bullets/npcs field names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RemotePlayer.apply_state(): use st.get("hp", 100) not st["hp", 100]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Unify constants vs settings (BULLET_MAX_LIFE differs)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interpolation/prediction to reduce snapshot jitter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shared scoreboard + hit feedback in online mode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it breaks during demo: blame the network, not your code. (Mostly.)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1075</Words>
  <Application>Microsoft Office PowerPoint</Application>
  <PresentationFormat>Widescreen</PresentationFormat>
  <Paragraphs>144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TK</dc:creator>
  <cp:lastModifiedBy>Tauqeer Khan</cp:lastModifiedBy>
  <cp:revision>2</cp:revision>
  <dcterms:created xsi:type="dcterms:W3CDTF">2026-01-24T22:17:22Z</dcterms:created>
  <dcterms:modified xsi:type="dcterms:W3CDTF">2026-01-26T02:17:04Z</dcterms:modified>
</cp:coreProperties>
</file>