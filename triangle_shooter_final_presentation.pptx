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52" y="7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4109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where the program starts. I create the renderer, the player, then pass both into the GameEngine and start the main loop.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classic game loop. Each frame processes input, updates the world, and renders the current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Here the client just sends which keys are pressed and the angle. The server decides what actually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code proves the server is authoritative. Clients cannot spawn bullets themselves.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Instead of syncing individual events, the server sends a full snapshot so clients can rebuild the scene safely.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file only draws what it is told. It never changes the game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Game </a:t>
            </a:r>
            <a:r>
              <a:rPr dirty="0"/>
              <a:t>Entry Point (main.py)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/>
            </a:pPr>
            <a:r>
              <a:rPr dirty="0"/>
              <a:t>This file bootstraps the game by wiring core components together.</a:t>
            </a:r>
          </a:p>
          <a:p>
            <a:pPr>
              <a:defRPr sz="1200">
                <a:solidFill>
                  <a:srgbClr val="1E1E1E"/>
                </a:solidFill>
                <a:latin typeface="Courier New"/>
              </a:defRPr>
            </a:pPr>
            <a:r>
              <a:rPr dirty="0" err="1"/>
              <a:t>gfx</a:t>
            </a:r>
            <a:r>
              <a:rPr dirty="0"/>
              <a:t> = </a:t>
            </a:r>
            <a:r>
              <a:rPr dirty="0" err="1"/>
              <a:t>GraphicsEngine</a:t>
            </a:r>
            <a:r>
              <a:rPr dirty="0"/>
              <a:t>(width, height, fps=60)</a:t>
            </a:r>
          </a:p>
          <a:p>
            <a:pPr>
              <a:defRPr sz="1200">
                <a:solidFill>
                  <a:srgbClr val="1E1E1E"/>
                </a:solidFill>
                <a:latin typeface="Courier New"/>
              </a:defRPr>
            </a:pPr>
            <a:r>
              <a:rPr dirty="0"/>
              <a:t>player = Player(x=width/2, y=height/2, speed=260.0)</a:t>
            </a:r>
          </a:p>
          <a:p>
            <a:pPr>
              <a:defRPr sz="1200">
                <a:solidFill>
                  <a:srgbClr val="1E1E1E"/>
                </a:solidFill>
                <a:latin typeface="Courier New"/>
              </a:defRPr>
            </a:pPr>
            <a:r>
              <a:rPr dirty="0"/>
              <a:t>game = </a:t>
            </a:r>
            <a:r>
              <a:rPr dirty="0" err="1"/>
              <a:t>GameEngine</a:t>
            </a:r>
            <a:r>
              <a:rPr dirty="0"/>
              <a:t>(player, </a:t>
            </a:r>
            <a:r>
              <a:rPr dirty="0" err="1"/>
              <a:t>gfx</a:t>
            </a:r>
            <a:r>
              <a:rPr dirty="0"/>
              <a:t>)</a:t>
            </a:r>
          </a:p>
          <a:p>
            <a:pPr>
              <a:defRPr sz="1200">
                <a:solidFill>
                  <a:srgbClr val="1E1E1E"/>
                </a:solidFill>
                <a:latin typeface="Courier New"/>
              </a:defRPr>
            </a:pPr>
            <a:r>
              <a:rPr dirty="0" err="1"/>
              <a:t>game.run</a:t>
            </a:r>
            <a:r>
              <a:rPr dirty="0"/>
              <a:t>()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Game Loop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/>
            </a:pPr>
            <a:r>
              <a:t>The engine controls input, simulation, and rendering.</a:t>
            </a:r>
          </a:p>
          <a:p>
            <a:pPr>
              <a:defRPr sz="1200">
                <a:solidFill>
                  <a:srgbClr val="1E1E1E"/>
                </a:solidFill>
                <a:latin typeface="Courier New"/>
              </a:defRPr>
            </a:pPr>
            <a:r>
              <a:t>while self.running:</a:t>
            </a:r>
          </a:p>
          <a:p>
            <a:pPr>
              <a:defRPr sz="1200">
                <a:solidFill>
                  <a:srgbClr val="1E1E1E"/>
                </a:solidFill>
                <a:latin typeface="Courier New"/>
              </a:defRPr>
            </a:pPr>
            <a:r>
              <a:t>    dt = self.gfx.tick()</a:t>
            </a:r>
          </a:p>
          <a:p>
            <a:pPr>
              <a:defRPr sz="1200">
                <a:solidFill>
                  <a:srgbClr val="1E1E1E"/>
                </a:solidFill>
                <a:latin typeface="Courier New"/>
              </a:defRPr>
            </a:pPr>
            <a:r>
              <a:t>    self.handle_input(dt)</a:t>
            </a:r>
          </a:p>
          <a:p>
            <a:pPr>
              <a:defRPr sz="1200">
                <a:solidFill>
                  <a:srgbClr val="1E1E1E"/>
                </a:solidFill>
                <a:latin typeface="Courier New"/>
              </a:defRPr>
            </a:pPr>
            <a:r>
              <a:t>    self.update(dt)</a:t>
            </a:r>
          </a:p>
          <a:p>
            <a:pPr>
              <a:defRPr sz="1200">
                <a:solidFill>
                  <a:srgbClr val="1E1E1E"/>
                </a:solidFill>
                <a:latin typeface="Courier New"/>
              </a:defRPr>
            </a:pPr>
            <a:r>
              <a:t>    self.gfx.render(...)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Input → Server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/>
            </a:pPr>
            <a:r>
              <a:t>Clients never simulate the world, only send input intent.</a:t>
            </a:r>
          </a:p>
          <a:p>
            <a:pPr>
              <a:defRPr sz="1200">
                <a:solidFill>
                  <a:srgbClr val="1E1E1E"/>
                </a:solidFill>
                <a:latin typeface="Courier New"/>
              </a:defRPr>
            </a:pPr>
            <a:r>
              <a:t>net.send_input(</a:t>
            </a:r>
          </a:p>
          <a:p>
            <a:pPr>
              <a:defRPr sz="1200">
                <a:solidFill>
                  <a:srgbClr val="1E1E1E"/>
                </a:solidFill>
                <a:latin typeface="Courier New"/>
              </a:defRPr>
            </a:pPr>
            <a:r>
              <a:t>    up=keys[pygame.K_w],</a:t>
            </a:r>
          </a:p>
          <a:p>
            <a:pPr>
              <a:defRPr sz="1200">
                <a:solidFill>
                  <a:srgbClr val="1E1E1E"/>
                </a:solidFill>
                <a:latin typeface="Courier New"/>
              </a:defRPr>
            </a:pPr>
            <a:r>
              <a:t>    down=keys[pygame.K_s],</a:t>
            </a:r>
          </a:p>
          <a:p>
            <a:pPr>
              <a:defRPr sz="1200">
                <a:solidFill>
                  <a:srgbClr val="1E1E1E"/>
                </a:solidFill>
                <a:latin typeface="Courier New"/>
              </a:defRPr>
            </a:pPr>
            <a:r>
              <a:t>    left=keys[pygame.K_a],</a:t>
            </a:r>
          </a:p>
          <a:p>
            <a:pPr>
              <a:defRPr sz="1200">
                <a:solidFill>
                  <a:srgbClr val="1E1E1E"/>
                </a:solidFill>
                <a:latin typeface="Courier New"/>
              </a:defRPr>
            </a:pPr>
            <a:r>
              <a:t>    right=keys[pygame.K_d],</a:t>
            </a:r>
          </a:p>
          <a:p>
            <a:pPr>
              <a:defRPr sz="1200">
                <a:solidFill>
                  <a:srgbClr val="1E1E1E"/>
                </a:solidFill>
                <a:latin typeface="Courier New"/>
              </a:defRPr>
            </a:pPr>
            <a:r>
              <a:t>    shoot=keys[pygame.K_SPACE],</a:t>
            </a:r>
          </a:p>
          <a:p>
            <a:pPr>
              <a:defRPr sz="1200">
                <a:solidFill>
                  <a:srgbClr val="1E1E1E"/>
                </a:solidFill>
                <a:latin typeface="Courier New"/>
              </a:defRPr>
            </a:pPr>
            <a:r>
              <a:t>    angle=player.angle,</a:t>
            </a:r>
          </a:p>
          <a:p>
            <a:pPr>
              <a:defRPr sz="1200">
                <a:solidFill>
                  <a:srgbClr val="1E1E1E"/>
                </a:solidFill>
                <a:latin typeface="Courier New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Server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/>
            </a:pPr>
            <a:r>
              <a:rPr dirty="0"/>
              <a:t>The server is responsible for spawning bullets and updating the world.</a:t>
            </a:r>
          </a:p>
          <a:p>
            <a:pPr>
              <a:defRPr sz="1200">
                <a:solidFill>
                  <a:srgbClr val="1E1E1E"/>
                </a:solidFill>
                <a:latin typeface="Courier New"/>
              </a:defRPr>
            </a:pPr>
            <a:r>
              <a:rPr dirty="0"/>
              <a:t>if </a:t>
            </a:r>
            <a:r>
              <a:rPr dirty="0" err="1"/>
              <a:t>inp.shoot</a:t>
            </a:r>
            <a:r>
              <a:rPr dirty="0"/>
              <a:t> and </a:t>
            </a:r>
            <a:r>
              <a:rPr dirty="0" err="1"/>
              <a:t>p.fire_cd</a:t>
            </a:r>
            <a:r>
              <a:rPr dirty="0"/>
              <a:t> &lt;= 0.0:</a:t>
            </a:r>
          </a:p>
          <a:p>
            <a:pPr>
              <a:defRPr sz="1200">
                <a:solidFill>
                  <a:srgbClr val="1E1E1E"/>
                </a:solidFill>
                <a:latin typeface="Courier New"/>
              </a:defRPr>
            </a:pPr>
            <a:r>
              <a:rPr dirty="0"/>
              <a:t>    self._</a:t>
            </a:r>
            <a:r>
              <a:rPr dirty="0" err="1"/>
              <a:t>spawn_bullet</a:t>
            </a:r>
            <a:r>
              <a:rPr dirty="0"/>
              <a:t>(</a:t>
            </a:r>
            <a:r>
              <a:rPr dirty="0" err="1"/>
              <a:t>pid</a:t>
            </a:r>
            <a:r>
              <a:rPr dirty="0"/>
              <a:t>, </a:t>
            </a:r>
            <a:r>
              <a:rPr dirty="0" err="1"/>
              <a:t>p.x</a:t>
            </a:r>
            <a:r>
              <a:rPr dirty="0"/>
              <a:t>, </a:t>
            </a:r>
            <a:r>
              <a:rPr dirty="0" err="1"/>
              <a:t>p.y</a:t>
            </a:r>
            <a:r>
              <a:rPr dirty="0"/>
              <a:t>, </a:t>
            </a:r>
            <a:r>
              <a:rPr dirty="0" err="1"/>
              <a:t>p.angle</a:t>
            </a:r>
            <a:r>
              <a:rPr dirty="0"/>
              <a:t>, </a:t>
            </a:r>
            <a:r>
              <a:rPr dirty="0" err="1"/>
              <a:t>p.radius</a:t>
            </a:r>
            <a:r>
              <a:rPr dirty="0"/>
              <a:t>)</a:t>
            </a:r>
          </a:p>
          <a:p>
            <a:pPr>
              <a:defRPr sz="1200">
                <a:solidFill>
                  <a:srgbClr val="1E1E1E"/>
                </a:solidFill>
                <a:latin typeface="Courier New"/>
              </a:defRPr>
            </a:pPr>
            <a:r>
              <a:rPr dirty="0"/>
              <a:t>    </a:t>
            </a:r>
            <a:r>
              <a:rPr dirty="0" err="1"/>
              <a:t>p.fire_cd</a:t>
            </a:r>
            <a:r>
              <a:rPr dirty="0"/>
              <a:t> = FIRE_RATE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World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/>
            </a:pPr>
            <a:r>
              <a:t>The server periodically sends a snapshot of the entire game state.</a:t>
            </a:r>
          </a:p>
          <a:p>
            <a:pPr>
              <a:defRPr sz="1200">
                <a:solidFill>
                  <a:srgbClr val="1E1E1E"/>
                </a:solidFill>
                <a:latin typeface="Courier New"/>
              </a:defRPr>
            </a:pPr>
            <a:r>
              <a:t>return {</a:t>
            </a:r>
          </a:p>
          <a:p>
            <a:pPr>
              <a:defRPr sz="1200">
                <a:solidFill>
                  <a:srgbClr val="1E1E1E"/>
                </a:solidFill>
                <a:latin typeface="Courier New"/>
              </a:defRPr>
            </a:pPr>
            <a:r>
              <a:t>    "players": {...},</a:t>
            </a:r>
          </a:p>
          <a:p>
            <a:pPr>
              <a:defRPr sz="1200">
                <a:solidFill>
                  <a:srgbClr val="1E1E1E"/>
                </a:solidFill>
                <a:latin typeface="Courier New"/>
              </a:defRPr>
            </a:pPr>
            <a:r>
              <a:t>    "bullets": [...],</a:t>
            </a:r>
          </a:p>
          <a:p>
            <a:pPr>
              <a:defRPr sz="1200">
                <a:solidFill>
                  <a:srgbClr val="1E1E1E"/>
                </a:solidFill>
                <a:latin typeface="Courier New"/>
              </a:defRPr>
            </a:pPr>
            <a:r>
              <a:t>    "npcs": [...]</a:t>
            </a:r>
          </a:p>
          <a:p>
            <a:pPr>
              <a:defRPr sz="1200">
                <a:solidFill>
                  <a:srgbClr val="1E1E1E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Rendering Separation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 b="1"/>
            </a:pPr>
            <a:r>
              <a:t>Rendering is completely separated from game logic.</a:t>
            </a:r>
          </a:p>
          <a:p>
            <a:pPr>
              <a:defRPr sz="1200">
                <a:solidFill>
                  <a:srgbClr val="1E1E1E"/>
                </a:solidFill>
                <a:latin typeface="Courier New"/>
              </a:defRPr>
            </a:pPr>
            <a:r>
              <a:t>self.screen.fill(BG)</a:t>
            </a:r>
          </a:p>
          <a:p>
            <a:pPr>
              <a:defRPr sz="1200">
                <a:solidFill>
                  <a:srgbClr val="1E1E1E"/>
                </a:solidFill>
                <a:latin typeface="Courier New"/>
              </a:defRPr>
            </a:pPr>
            <a:r>
              <a:t>for b in bullets:</a:t>
            </a:r>
          </a:p>
          <a:p>
            <a:pPr>
              <a:defRPr sz="1200">
                <a:solidFill>
                  <a:srgbClr val="1E1E1E"/>
                </a:solidFill>
                <a:latin typeface="Courier New"/>
              </a:defRPr>
            </a:pPr>
            <a:r>
              <a:t>    self.draw_bullet(b, ox, oy)</a:t>
            </a:r>
          </a:p>
          <a:p>
            <a:pPr>
              <a:defRPr sz="1200">
                <a:solidFill>
                  <a:srgbClr val="1E1E1E"/>
                </a:solidFill>
                <a:latin typeface="Courier New"/>
              </a:defRPr>
            </a:pPr>
            <a:r>
              <a:t>for pl in players:</a:t>
            </a:r>
          </a:p>
          <a:p>
            <a:pPr>
              <a:defRPr sz="1200">
                <a:solidFill>
                  <a:srgbClr val="1E1E1E"/>
                </a:solidFill>
                <a:latin typeface="Courier New"/>
              </a:defRPr>
            </a:pPr>
            <a:r>
              <a:t>    self.draw_player(pl, ox, oy)</a:t>
            </a:r>
          </a:p>
          <a:p>
            <a:pPr>
              <a:defRPr sz="1200">
                <a:solidFill>
                  <a:srgbClr val="1E1E1E"/>
                </a:solidFill>
                <a:latin typeface="Courier New"/>
              </a:defRPr>
            </a:pPr>
            <a:r>
              <a:t>pygame.display.flip()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470</Words>
  <Application>Microsoft Office PowerPoint</Application>
  <PresentationFormat>On-screen Show (4:3)</PresentationFormat>
  <Paragraphs>49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Game Entry Point (main.py)</vt:lpstr>
      <vt:lpstr>Game Loop Structure</vt:lpstr>
      <vt:lpstr>Client Input → Server</vt:lpstr>
      <vt:lpstr>Server Logic</vt:lpstr>
      <vt:lpstr>World Snapshot</vt:lpstr>
      <vt:lpstr>Rendering Separation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Tauqeer Khan</cp:lastModifiedBy>
  <cp:revision>2</cp:revision>
  <dcterms:created xsi:type="dcterms:W3CDTF">2013-01-27T09:14:16Z</dcterms:created>
  <dcterms:modified xsi:type="dcterms:W3CDTF">2026-01-26T03:50:21Z</dcterms:modified>
  <cp:category/>
</cp:coreProperties>
</file>